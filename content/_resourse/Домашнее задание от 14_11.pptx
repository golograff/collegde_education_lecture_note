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CD6B-ABD2-4A23-9311-A56C2BE04047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47FB-763C-48BA-90ED-11818583BB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8806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CD6B-ABD2-4A23-9311-A56C2BE04047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47FB-763C-48BA-90ED-11818583BB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9619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CD6B-ABD2-4A23-9311-A56C2BE04047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47FB-763C-48BA-90ED-11818583BB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9560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CD6B-ABD2-4A23-9311-A56C2BE04047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47FB-763C-48BA-90ED-11818583BB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495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CD6B-ABD2-4A23-9311-A56C2BE04047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47FB-763C-48BA-90ED-11818583BB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833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CD6B-ABD2-4A23-9311-A56C2BE04047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47FB-763C-48BA-90ED-11818583BB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900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CD6B-ABD2-4A23-9311-A56C2BE04047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47FB-763C-48BA-90ED-11818583BB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4116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CD6B-ABD2-4A23-9311-A56C2BE04047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47FB-763C-48BA-90ED-11818583BB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694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CD6B-ABD2-4A23-9311-A56C2BE04047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47FB-763C-48BA-90ED-11818583BB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242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CD6B-ABD2-4A23-9311-A56C2BE04047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47FB-763C-48BA-90ED-11818583BB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215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CD6B-ABD2-4A23-9311-A56C2BE04047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47FB-763C-48BA-90ED-11818583BB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869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4CD6B-ABD2-4A23-9311-A56C2BE04047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447FB-763C-48BA-90ED-11818583BB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9182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Домашнее задание от 14.11.24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126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Шифры перестановки</a:t>
            </a:r>
          </a:p>
          <a:p>
            <a:r>
              <a:rPr lang="ru-RU" b="1" dirty="0"/>
              <a:t>Шифр перестановки </a:t>
            </a:r>
            <a:r>
              <a:rPr lang="ru-RU" b="1" dirty="0" smtClean="0"/>
              <a:t>«</a:t>
            </a:r>
            <a:r>
              <a:rPr lang="ru-RU" b="1" dirty="0" err="1" smtClean="0"/>
              <a:t>скитала</a:t>
            </a:r>
            <a:r>
              <a:rPr lang="ru-RU" b="1" dirty="0" smtClean="0"/>
              <a:t>»</a:t>
            </a:r>
          </a:p>
          <a:p>
            <a:r>
              <a:rPr lang="ru-RU" b="1" dirty="0"/>
              <a:t>Шифрующие </a:t>
            </a:r>
            <a:r>
              <a:rPr lang="ru-RU" b="1" dirty="0" smtClean="0"/>
              <a:t>таблицы</a:t>
            </a:r>
          </a:p>
          <a:p>
            <a:r>
              <a:rPr lang="ru-RU" b="1" dirty="0"/>
              <a:t>Шифрование с помощью магических </a:t>
            </a:r>
            <a:r>
              <a:rPr lang="ru-RU" b="1" dirty="0" smtClean="0"/>
              <a:t>квадратов</a:t>
            </a:r>
          </a:p>
          <a:p>
            <a:r>
              <a:rPr lang="ru-RU" b="1" dirty="0"/>
              <a:t>Шифры замены</a:t>
            </a:r>
          </a:p>
          <a:p>
            <a:r>
              <a:rPr lang="ru-RU" b="1" dirty="0" err="1"/>
              <a:t>Полибианский</a:t>
            </a:r>
            <a:r>
              <a:rPr lang="ru-RU" b="1" dirty="0"/>
              <a:t> </a:t>
            </a:r>
            <a:r>
              <a:rPr lang="ru-RU" b="1" dirty="0" smtClean="0"/>
              <a:t>квадрат</a:t>
            </a:r>
          </a:p>
          <a:p>
            <a:r>
              <a:rPr lang="ru-RU" b="1" dirty="0"/>
              <a:t>Система шифрования </a:t>
            </a:r>
            <a:r>
              <a:rPr lang="ru-RU" b="1" dirty="0" smtClean="0"/>
              <a:t>Цезаря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b="1" dirty="0" smtClean="0"/>
              <a:t>Найти и дать описание каждого из данных </a:t>
            </a:r>
            <a:r>
              <a:rPr lang="ru-RU" b="1" dirty="0" smtClean="0"/>
              <a:t>шифров</a:t>
            </a:r>
          </a:p>
          <a:p>
            <a:pPr marL="0" indent="0">
              <a:buNone/>
            </a:pPr>
            <a:r>
              <a:rPr lang="ru-RU" b="1" dirty="0" smtClean="0"/>
              <a:t>Ответ представить в виде 	файла </a:t>
            </a:r>
            <a:r>
              <a:rPr lang="en-US" b="1" smtClean="0"/>
              <a:t>MSWord</a:t>
            </a:r>
            <a:endParaRPr lang="ru-RU" b="1" dirty="0" smtClean="0"/>
          </a:p>
        </p:txBody>
      </p:sp>
    </p:spTree>
    <p:extLst>
      <p:ext uri="{BB962C8B-B14F-4D97-AF65-F5344CB8AC3E}">
        <p14:creationId xmlns:p14="http://schemas.microsoft.com/office/powerpoint/2010/main" val="18684206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Широкоэкранный</PresentationFormat>
  <Paragraphs>11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Домашнее задание от 14.11.24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Домашнее задание от 14.11.24</dc:title>
  <dc:creator>Диана</dc:creator>
  <cp:lastModifiedBy>Диана</cp:lastModifiedBy>
  <cp:revision>1</cp:revision>
  <dcterms:created xsi:type="dcterms:W3CDTF">2024-11-14T15:52:18Z</dcterms:created>
  <dcterms:modified xsi:type="dcterms:W3CDTF">2024-11-14T15:52:31Z</dcterms:modified>
</cp:coreProperties>
</file>